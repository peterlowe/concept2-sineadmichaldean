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(Student) - Dean Flood" initials="(-DF" lastIdx="1" clrIdx="0">
    <p:extLst>
      <p:ext uri="{19B8F6BF-5375-455C-9EA6-DF929625EA0E}">
        <p15:presenceInfo xmlns:p15="http://schemas.microsoft.com/office/powerpoint/2012/main" userId="S-1-5-21-357788639-2018240272-290977700-15980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11-19T13:28:11.101" idx="1">
    <p:pos x="10" y="10"/>
    <p:text>Picture by Andrew DeYoung</p:text>
    <p:extLst>
      <p:ext uri="{C676402C-5697-4E1C-873F-D02D1690AC5C}">
        <p15:threadingInfo xmlns:p15="http://schemas.microsoft.com/office/powerpoint/2012/main" timeZoneBias="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A17C9B75-DCFA-4314-9F07-8EC2D960C4D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6463899D-2FEE-4AF3-BBB7-B336C47A75F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53549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C9B75-DCFA-4314-9F07-8EC2D960C4D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899D-2FEE-4AF3-BBB7-B336C47A75F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58653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C9B75-DCFA-4314-9F07-8EC2D960C4D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899D-2FEE-4AF3-BBB7-B336C47A75F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02631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C9B75-DCFA-4314-9F07-8EC2D960C4D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899D-2FEE-4AF3-BBB7-B336C47A75F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93442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C9B75-DCFA-4314-9F07-8EC2D960C4D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899D-2FEE-4AF3-BBB7-B336C47A75F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3546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C9B75-DCFA-4314-9F07-8EC2D960C4D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899D-2FEE-4AF3-BBB7-B336C47A75F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08358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C9B75-DCFA-4314-9F07-8EC2D960C4D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899D-2FEE-4AF3-BBB7-B336C47A75F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7549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C9B75-DCFA-4314-9F07-8EC2D960C4D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899D-2FEE-4AF3-BBB7-B336C47A75F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0758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C9B75-DCFA-4314-9F07-8EC2D960C4D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899D-2FEE-4AF3-BBB7-B336C47A75F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9711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C9B75-DCFA-4314-9F07-8EC2D960C4D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899D-2FEE-4AF3-BBB7-B336C47A75F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96876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C9B75-DCFA-4314-9F07-8EC2D960C4D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899D-2FEE-4AF3-BBB7-B336C47A75F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932912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C9B75-DCFA-4314-9F07-8EC2D960C4D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899D-2FEE-4AF3-BBB7-B336C47A75F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572056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C9B75-DCFA-4314-9F07-8EC2D960C4D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899D-2FEE-4AF3-BBB7-B336C47A75F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987160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C9B75-DCFA-4314-9F07-8EC2D960C4D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899D-2FEE-4AF3-BBB7-B336C47A75F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857400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C9B75-DCFA-4314-9F07-8EC2D960C4D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899D-2FEE-4AF3-BBB7-B336C47A75F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098572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A17C9B75-DCFA-4314-9F07-8EC2D960C4D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899D-2FEE-4AF3-BBB7-B336C47A75F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589276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A17C9B75-DCFA-4314-9F07-8EC2D960C4D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899D-2FEE-4AF3-BBB7-B336C47A75F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01928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A17C9B75-DCFA-4314-9F07-8EC2D960C4D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E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6463899D-2FEE-4AF3-BBB7-B336C47A75F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56735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F6301-9584-447C-B86B-68771CEF06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Deans power points</a:t>
            </a:r>
            <a:br>
              <a:rPr lang="en-IE" dirty="0"/>
            </a:br>
            <a:endParaRPr lang="en-I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2CC4E4-6B2E-4B4D-8D28-580E3D16D0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24254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E5754-1474-41AB-9F1F-10B418099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Core Pillars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C2E20-E0E5-41B1-8A82-03C0CA3B3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6784" y="1856231"/>
            <a:ext cx="7367016" cy="4320731"/>
          </a:xfrm>
        </p:spPr>
        <p:txBody>
          <a:bodyPr/>
          <a:lstStyle/>
          <a:p>
            <a:r>
              <a:rPr lang="en-IE" dirty="0">
                <a:solidFill>
                  <a:schemeClr val="tx1"/>
                </a:solidFill>
              </a:rPr>
              <a:t>Stealth</a:t>
            </a:r>
          </a:p>
          <a:p>
            <a:r>
              <a:rPr lang="en-IE" dirty="0">
                <a:solidFill>
                  <a:schemeClr val="tx1"/>
                </a:solidFill>
              </a:rPr>
              <a:t>Open World</a:t>
            </a:r>
          </a:p>
          <a:p>
            <a:r>
              <a:rPr lang="en-IE" dirty="0">
                <a:solidFill>
                  <a:schemeClr val="tx1"/>
                </a:solidFill>
              </a:rPr>
              <a:t>Real time combat with counters and parries</a:t>
            </a:r>
          </a:p>
          <a:p>
            <a:r>
              <a:rPr lang="en-IE" dirty="0">
                <a:solidFill>
                  <a:schemeClr val="tx1"/>
                </a:solidFill>
              </a:rPr>
              <a:t>Parkour</a:t>
            </a:r>
          </a:p>
        </p:txBody>
      </p:sp>
      <p:pic>
        <p:nvPicPr>
          <p:cNvPr id="1026" name="Picture 2" descr="Pin by Andrew DeYoung on geek &amp;amp; games | Assassins creed black flag,  Assassins creed syndicate, Concept art world">
            <a:extLst>
              <a:ext uri="{FF2B5EF4-FFF2-40B4-BE49-F238E27FC236}">
                <a16:creationId xmlns:a16="http://schemas.microsoft.com/office/drawing/2014/main" id="{E95DD034-2D9C-483B-BC18-EB0704C74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873" y="1856231"/>
            <a:ext cx="3501009" cy="4937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5683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6C25E-7846-4B8C-8EFB-F47AF1BDB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Gameplay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94F2A-25AC-4DF4-8E93-352E49645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overall gameplay loop would have players fly around on the "hidden jetpack" to stealth around</a:t>
            </a:r>
          </a:p>
          <a:p>
            <a:r>
              <a:rPr lang="en-US" dirty="0"/>
              <a:t>open space where you assassinate the space templars </a:t>
            </a:r>
          </a:p>
          <a:p>
            <a:r>
              <a:rPr lang="en-US" dirty="0"/>
              <a:t>variety of new and old weapons “All laser based”</a:t>
            </a:r>
          </a:p>
        </p:txBody>
      </p:sp>
    </p:spTree>
    <p:extLst>
      <p:ext uri="{BB962C8B-B14F-4D97-AF65-F5344CB8AC3E}">
        <p14:creationId xmlns:p14="http://schemas.microsoft.com/office/powerpoint/2010/main" val="16997753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3D928E44716540A7BA69385F8C371E" ma:contentTypeVersion="12" ma:contentTypeDescription="Create a new document." ma:contentTypeScope="" ma:versionID="f612626d9a2daed90d07a77ce37864f3">
  <xsd:schema xmlns:xsd="http://www.w3.org/2001/XMLSchema" xmlns:xs="http://www.w3.org/2001/XMLSchema" xmlns:p="http://schemas.microsoft.com/office/2006/metadata/properties" xmlns:ns3="790bc1b7-4645-4af9-94be-122eea8a325a" xmlns:ns4="5ab428ea-908b-4d0c-806f-1ae37c39afb6" targetNamespace="http://schemas.microsoft.com/office/2006/metadata/properties" ma:root="true" ma:fieldsID="8563411aa235c4160a27f58a55a8df21" ns3:_="" ns4:_="">
    <xsd:import namespace="790bc1b7-4645-4af9-94be-122eea8a325a"/>
    <xsd:import namespace="5ab428ea-908b-4d0c-806f-1ae37c39afb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0bc1b7-4645-4af9-94be-122eea8a32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b428ea-908b-4d0c-806f-1ae37c39afb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8FC4829-0FAE-4AA6-8DBA-4418FC844AF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90bc1b7-4645-4af9-94be-122eea8a325a"/>
    <ds:schemaRef ds:uri="5ab428ea-908b-4d0c-806f-1ae37c39afb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7FE542C-B252-4B35-83D2-A8044B9AAB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C567E68-6E6C-459C-8A2E-0181D7641DD3}">
  <ds:schemaRefs>
    <ds:schemaRef ds:uri="http://schemas.microsoft.com/office/2006/documentManagement/types"/>
    <ds:schemaRef ds:uri="5ab428ea-908b-4d0c-806f-1ae37c39afb6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purl.org/dc/elements/1.1/"/>
    <ds:schemaRef ds:uri="790bc1b7-4645-4af9-94be-122eea8a325a"/>
    <ds:schemaRef ds:uri="http://purl.org/dc/terms/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12</TotalTime>
  <Words>56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Century Gothic</vt:lpstr>
      <vt:lpstr>Wingdings 3</vt:lpstr>
      <vt:lpstr>Ion Boardroom</vt:lpstr>
      <vt:lpstr>Deans power points </vt:lpstr>
      <vt:lpstr>Core Pillars</vt:lpstr>
      <vt:lpstr>Gameplay description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Deans power points</dc:title>
  <dc:creator>(Student) - Dean Flood</dc:creator>
  <cp:lastModifiedBy>(Student) - Dean Flood</cp:lastModifiedBy>
  <cp:revision>2</cp:revision>
  <dcterms:created xsi:type="dcterms:W3CDTF">2021-11-19T13:29:38Z</dcterms:created>
  <dcterms:modified xsi:type="dcterms:W3CDTF">2021-11-19T13:42:31Z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0x010100C63D928E44716540A7BA69385F8C371E</vt:lpwstr>
  </property>
</Properties>
</file>