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28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0457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7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6523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591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834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0497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691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583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017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4536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4980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2122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3127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513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78286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841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E9A180E-1E19-4A06-8D8F-1D96755D7D4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6A4F08E-6BEC-4473-8E75-DBB528535CB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051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A74D-49E5-450F-BE8B-9DC43009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A31D-3528-41B7-A16E-B65F9CC09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assassinate alien templars! </a:t>
            </a:r>
          </a:p>
          <a:p>
            <a:r>
              <a:rPr lang="en-US" dirty="0"/>
              <a:t>Restore peace to the galaxy with the space Apple of Eden! </a:t>
            </a:r>
          </a:p>
          <a:p>
            <a:r>
              <a:rPr lang="en-US" dirty="0"/>
              <a:t>Swoon the alien babes and win!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1C263-8609-449A-BFFA-1C57A6735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19" y="3429000"/>
            <a:ext cx="3650807" cy="292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2D2F4-24A2-4360-B94C-255AB3210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59" y="4174236"/>
            <a:ext cx="1984248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2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D091-AD20-4DF5-B98C-129C6A6F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DCC8-885C-4FA2-A2CD-659050D3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Young adults ideal customers</a:t>
            </a:r>
          </a:p>
          <a:p>
            <a:r>
              <a:rPr lang="en-US" dirty="0"/>
              <a:t>300 million dollars in expected sales</a:t>
            </a:r>
          </a:p>
          <a:p>
            <a:r>
              <a:rPr lang="en-US" dirty="0"/>
              <a:t>Assassin's Creed and Outer Wilds are similar to our game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0F90C-CCB2-4AB6-8104-A1BE5F45E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52" y="2455332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8688C-BC46-42E2-ADAC-3276DC196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818" y="3822192"/>
            <a:ext cx="4157433" cy="27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2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49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 Boardroom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points</dc:title>
  <dc:creator>(Student) - Sinead Barry</dc:creator>
  <cp:lastModifiedBy>(Student) - Sinead Barry</cp:lastModifiedBy>
  <cp:revision>2</cp:revision>
  <dcterms:created xsi:type="dcterms:W3CDTF">2021-11-19T13:31:02Z</dcterms:created>
  <dcterms:modified xsi:type="dcterms:W3CDTF">2021-11-19T13:41:30Z</dcterms:modified>
</cp:coreProperties>
</file>