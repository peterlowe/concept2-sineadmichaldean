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C437E-EC01-4CF0-A2BF-2181D7D3F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A6361-6267-4CDD-8DE9-F3D41A570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5E242-7A90-4DD0-9BB7-8DA574382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063E-70E1-4F24-855E-3E2A026D319C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B866B-0A19-457A-BDF1-AF757CEA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24E31-2EBA-484A-8B04-16D73DEFF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160-64D7-4F46-A490-B9711F600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039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F196C-1DFC-4A31-A15E-EC90F994C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9292F-6475-4656-9634-DADBCC62A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3D7B1-18B0-4EB3-BA88-16F59FFD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063E-70E1-4F24-855E-3E2A026D319C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27D2-D901-4F97-B4D5-F0C30B936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04821-88E1-428A-8AE9-384C69328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160-64D7-4F46-A490-B9711F600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431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FF690-BA63-4079-8F39-6108A6F5E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313BD-DFD5-489F-AA04-77AE04261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B4B6C-4B09-45AC-B5A2-F74FAAB5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063E-70E1-4F24-855E-3E2A026D319C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5A9D9-CCF9-4367-A4E2-E4318FCA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53FD7-4EB9-4D26-A30D-432968A1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160-64D7-4F46-A490-B9711F600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95413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F75A2-1465-47FD-8A34-BC7096F2E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ECF99-4992-479E-B1DE-7CDAED235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DB624-7EF4-478D-B1CD-32EE0EBC5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157DF-EFEF-42D9-B060-406090E04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063E-70E1-4F24-855E-3E2A026D319C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DA153-9810-4E7F-8380-96F2AE0B9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F2A15-17E5-4FF8-983F-20B1E4B78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160-64D7-4F46-A490-B9711F600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6812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74978-BF11-4197-9EAF-A5B286668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ACF08-CB5C-4DE4-A1E9-7FA8A57A5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5974D-47C1-49E9-BC6F-901866452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D90020-D94C-4A31-86AC-D6FB384199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243D58-1721-498F-BEDD-B73390AB5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34F75-D391-4A74-8AC2-B68AF2760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063E-70E1-4F24-855E-3E2A026D319C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6F721E-4DBA-4E9D-B484-7EBF413E6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9D9927-731E-475A-AE86-9AAD6F246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160-64D7-4F46-A490-B9711F600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63810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DA1FB-CA04-4157-8F9C-A446710F2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3D718F-17EB-4FB1-8144-EFE0955FD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063E-70E1-4F24-855E-3E2A026D319C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759CC-CD30-4C2E-B79F-BE5F8CA4B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77C3F-2F74-4F08-ABA3-3B6EF046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160-64D7-4F46-A490-B9711F600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62513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41FDF-C6DD-4D82-AFE1-2AAF002D5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063E-70E1-4F24-855E-3E2A026D319C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7F2167-96EC-43F0-9126-1F366BA4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D2C78-A213-461A-8BD5-95C9D16FD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160-64D7-4F46-A490-B9711F600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45702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90A83-4F9C-4DFB-865B-FCC50F89C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1F5E2-1742-4235-BDFF-921008E2E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A0657-9D5F-4C76-A915-8245AE806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48A52-9BA9-48AB-9E41-A10C3DAC0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063E-70E1-4F24-855E-3E2A026D319C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5A238-0A22-4780-8091-CEAC61D34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8F782-7B43-47B0-AFFD-2B147071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160-64D7-4F46-A490-B9711F600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0266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DE99B-4C03-497D-8B8D-35FFBFE6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F3A85-BC17-4DBE-B6AB-8394A5A3B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8AAF9F-CC68-4B79-BC09-A39AF1C45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45364-BF20-4518-80C9-D29EBC4D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063E-70E1-4F24-855E-3E2A026D319C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BFF68-DB7D-4528-B369-A7B24A942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FCF20-7F81-4831-9D97-0309232C2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160-64D7-4F46-A490-B9711F600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8773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7F4E7-A39D-4A7E-8E0B-7CC72F483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4DB6C-18AF-4015-B077-6BED904BF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831C6-2237-4701-9FC4-F75DD5F0C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063E-70E1-4F24-855E-3E2A026D319C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1AD4C-5CDB-46AC-8FCB-E545A366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7AF94-D55C-44F1-BF61-ADA382CC8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160-64D7-4F46-A490-B9711F600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29398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3FF6F5-B36B-4CE8-992B-794821E0B2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4B4C3-E0DD-430A-9B65-F6AE2727A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D71E-EF84-42DF-BA7C-66A200219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063E-70E1-4F24-855E-3E2A026D319C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8B83A-7301-41DE-83FE-8AA303F65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D50ED-DD26-4E2F-9E18-13C462F5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160-64D7-4F46-A490-B9711F600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11263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E84791-D8CE-4A26-BB8C-974F08D50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D3F3E-4DD0-4A60-B55F-D1C02C2EB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AE7C4-38B4-4197-8734-A4B5A76A5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D063E-70E1-4F24-855E-3E2A026D319C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39AFC-AE75-4AE3-86B7-05D0F2F06C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12A0D-9F2A-42C3-BF87-C3DD30AA7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8B160-64D7-4F46-A490-B9711F600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22053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E3896-B9B3-41F0-AC95-FF67C9467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9709"/>
            <a:ext cx="9144000" cy="2387600"/>
          </a:xfrm>
        </p:spPr>
        <p:txBody>
          <a:bodyPr/>
          <a:lstStyle/>
          <a:p>
            <a:r>
              <a:rPr lang="en-IE" dirty="0"/>
              <a:t>Assassin’s Creed</a:t>
            </a:r>
            <a:br>
              <a:rPr lang="en-IE" dirty="0"/>
            </a:br>
            <a:r>
              <a:rPr lang="en-IE" dirty="0"/>
              <a:t>A Space Odyssey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6B64D-933C-4806-92E7-2BC103D48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/>
          <a:lstStyle/>
          <a:p>
            <a:r>
              <a:rPr lang="en-IE" dirty="0"/>
              <a:t>New game by Studio Pete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3C55A-E7A3-4768-9BD9-E3486C7B9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909" y="4378035"/>
            <a:ext cx="2840182" cy="213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624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8AC2-F69D-4270-9D58-9A5C21366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AD7E7-8B57-411A-AE51-FA09BF018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An Open-World Action-Adventure game set in the vast emptiness of space</a:t>
            </a:r>
            <a:br>
              <a:rPr lang="en-IE" dirty="0"/>
            </a:br>
            <a:endParaRPr lang="en-IE" dirty="0"/>
          </a:p>
          <a:p>
            <a:r>
              <a:rPr lang="en-IE" dirty="0"/>
              <a:t>Go through missions assassinating space templars</a:t>
            </a:r>
            <a:br>
              <a:rPr lang="en-IE" dirty="0"/>
            </a:br>
            <a:endParaRPr lang="en-IE" dirty="0"/>
          </a:p>
          <a:p>
            <a:r>
              <a:rPr lang="en-IE" dirty="0"/>
              <a:t>Unlock new weapons</a:t>
            </a:r>
            <a:br>
              <a:rPr lang="en-IE" dirty="0"/>
            </a:br>
            <a:endParaRPr lang="en-IE" dirty="0"/>
          </a:p>
          <a:p>
            <a:r>
              <a:rPr lang="en-IE" dirty="0"/>
              <a:t>Explore new areas of the cosmos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98F2C-8089-4B36-8466-8A370BD23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164" y="4001294"/>
            <a:ext cx="4425244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068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293D-AF38-4833-8B4E-B9347CA5C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World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5F1D3-C410-4055-95F1-9B2184F22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Set in space</a:t>
            </a:r>
          </a:p>
          <a:p>
            <a:endParaRPr lang="en-IE" dirty="0"/>
          </a:p>
          <a:p>
            <a:r>
              <a:rPr lang="en-IE" dirty="0"/>
              <a:t>Based off jumping between planets, avoid trouble</a:t>
            </a:r>
            <a:br>
              <a:rPr lang="en-IE" dirty="0"/>
            </a:br>
            <a:endParaRPr lang="en-IE" dirty="0"/>
          </a:p>
          <a:p>
            <a:r>
              <a:rPr lang="en-IE" dirty="0"/>
              <a:t>Hide behind asteroids, on planets, use weapons</a:t>
            </a:r>
            <a:br>
              <a:rPr lang="en-IE" dirty="0"/>
            </a:br>
            <a:endParaRPr lang="en-IE" dirty="0"/>
          </a:p>
          <a:p>
            <a:r>
              <a:rPr lang="en-IE" dirty="0"/>
              <a:t>Sci-Fi world – mercenary – steal space Apple of Eden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C2BC0-FE44-45FF-9306-3377FA30E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855" y="249383"/>
            <a:ext cx="4119418" cy="231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16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76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Assassin’s Creed A Space Odyssey</vt:lpstr>
      <vt:lpstr>Elevator Pitch</vt:lpstr>
      <vt:lpstr>World Background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Assassin’s Creed A Space Odyssey</dc:title>
  <dc:creator>Michal Rapciak</dc:creator>
  <cp:lastModifiedBy>(Student) - Michal Rapciak</cp:lastModifiedBy>
  <cp:revision>2</cp:revision>
  <dcterms:created xsi:type="dcterms:W3CDTF">2021-11-19T13:33:21Z</dcterms:created>
  <dcterms:modified xsi:type="dcterms:W3CDTF">2021-11-19T13:42:02Z</dcterms:modified>
</cp:coreProperties>
</file>