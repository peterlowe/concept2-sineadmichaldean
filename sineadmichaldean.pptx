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8" r:id="rId2"/>
  </p:sldMasterIdLst>
  <p:sldIdLst>
    <p:sldId id="256" r:id="rId3"/>
    <p:sldId id="257" r:id="rId4"/>
    <p:sldId id="258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(Student) - Dean Flood" initials="(-DF" lastIdx="1" clrIdx="0">
    <p:extLst>
      <p:ext uri="{19B8F6BF-5375-455C-9EA6-DF929625EA0E}">
        <p15:presenceInfo xmlns:p15="http://schemas.microsoft.com/office/powerpoint/2012/main" userId="S-1-5-21-357788639-2018240272-290977700-15980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2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1-11-19T13:28:11.101" idx="1">
    <p:pos x="10" y="10"/>
    <p:text>Picture by Andrew DeYoung</p:text>
    <p:extLst>
      <p:ext uri="{C676402C-5697-4E1C-873F-D02D1690AC5C}">
        <p15:threadingInfo xmlns:p15="http://schemas.microsoft.com/office/powerpoint/2012/main" timeZoneBias="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6D85A8B7-3398-43E6-9426-658D3E686763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5FD8BA69-2C8A-4B3A-B433-1DBEAAB549B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58802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5A8B7-3398-43E6-9426-658D3E686763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BA69-2C8A-4B3A-B433-1DBEAAB549B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09153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5A8B7-3398-43E6-9426-658D3E686763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BA69-2C8A-4B3A-B433-1DBEAAB549B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57419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5A8B7-3398-43E6-9426-658D3E686763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BA69-2C8A-4B3A-B433-1DBEAAB549B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51631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5A8B7-3398-43E6-9426-658D3E686763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BA69-2C8A-4B3A-B433-1DBEAAB549B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41697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5A8B7-3398-43E6-9426-658D3E686763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BA69-2C8A-4B3A-B433-1DBEAAB549B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54182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5A8B7-3398-43E6-9426-658D3E686763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BA69-2C8A-4B3A-B433-1DBEAAB549B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6618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5A8B7-3398-43E6-9426-658D3E686763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BA69-2C8A-4B3A-B433-1DBEAAB549B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71607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5A8B7-3398-43E6-9426-658D3E686763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BA69-2C8A-4B3A-B433-1DBEAAB549B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1113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5A8B7-3398-43E6-9426-658D3E686763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BA69-2C8A-4B3A-B433-1DBEAAB549B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90648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5A8B7-3398-43E6-9426-658D3E686763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BA69-2C8A-4B3A-B433-1DBEAAB549B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160246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5A8B7-3398-43E6-9426-658D3E686763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BA69-2C8A-4B3A-B433-1DBEAAB549B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658749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5A8B7-3398-43E6-9426-658D3E686763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BA69-2C8A-4B3A-B433-1DBEAAB549B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306886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5A8B7-3398-43E6-9426-658D3E686763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BA69-2C8A-4B3A-B433-1DBEAAB549B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800389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5A8B7-3398-43E6-9426-658D3E686763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BA69-2C8A-4B3A-B433-1DBEAAB549B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404333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6D85A8B7-3398-43E6-9426-658D3E686763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BA69-2C8A-4B3A-B433-1DBEAAB549B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836101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6D85A8B7-3398-43E6-9426-658D3E686763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BA69-2C8A-4B3A-B433-1DBEAAB549B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702368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6D85A8B7-3398-43E6-9426-658D3E686763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5FD8BA69-2C8A-4B3A-B433-1DBEAAB549B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795191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5A8B7-3398-43E6-9426-658D3E686763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BA69-2C8A-4B3A-B433-1DBEAAB549B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53560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5A8B7-3398-43E6-9426-658D3E686763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BA69-2C8A-4B3A-B433-1DBEAAB549B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934115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5A8B7-3398-43E6-9426-658D3E686763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BA69-2C8A-4B3A-B433-1DBEAAB549B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225959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5A8B7-3398-43E6-9426-658D3E686763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BA69-2C8A-4B3A-B433-1DBEAAB549B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725454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5A8B7-3398-43E6-9426-658D3E686763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BA69-2C8A-4B3A-B433-1DBEAAB549B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4004226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5A8B7-3398-43E6-9426-658D3E686763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BA69-2C8A-4B3A-B433-1DBEAAB549B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927815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5A8B7-3398-43E6-9426-658D3E686763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BA69-2C8A-4B3A-B433-1DBEAAB549B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830044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5A8B7-3398-43E6-9426-658D3E686763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BA69-2C8A-4B3A-B433-1DBEAAB549B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0798342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5A8B7-3398-43E6-9426-658D3E686763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BA69-2C8A-4B3A-B433-1DBEAAB549B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1010682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5A8B7-3398-43E6-9426-658D3E686763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BA69-2C8A-4B3A-B433-1DBEAAB549B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1078656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5A8B7-3398-43E6-9426-658D3E686763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BA69-2C8A-4B3A-B433-1DBEAAB549B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7712727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5A8B7-3398-43E6-9426-658D3E686763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BA69-2C8A-4B3A-B433-1DBEAAB549B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3480128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5A8B7-3398-43E6-9426-658D3E686763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BA69-2C8A-4B3A-B433-1DBEAAB549B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1625599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5A8B7-3398-43E6-9426-658D3E686763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BA69-2C8A-4B3A-B433-1DBEAAB549B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8702236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6D85A8B7-3398-43E6-9426-658D3E686763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BA69-2C8A-4B3A-B433-1DBEAAB549B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8792727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6D85A8B7-3398-43E6-9426-658D3E686763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BA69-2C8A-4B3A-B433-1DBEAAB549B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22518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6D85A8B7-3398-43E6-9426-658D3E686763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E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5FD8BA69-2C8A-4B3A-B433-1DBEAAB549B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29050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6D85A8B7-3398-43E6-9426-658D3E686763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E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5FD8BA69-2C8A-4B3A-B433-1DBEAAB549B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61175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fif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E3896-B9B3-41F0-AC95-FF67C9467A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49709"/>
            <a:ext cx="9144000" cy="2387600"/>
          </a:xfrm>
        </p:spPr>
        <p:txBody>
          <a:bodyPr/>
          <a:lstStyle/>
          <a:p>
            <a:r>
              <a:rPr lang="en-IE" dirty="0"/>
              <a:t>Assassin’s Creed</a:t>
            </a:r>
            <a:br>
              <a:rPr lang="en-IE" dirty="0"/>
            </a:br>
            <a:r>
              <a:rPr lang="en-IE" dirty="0"/>
              <a:t>A Space Odyssey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26B64D-933C-4806-92E7-2BC103D481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1655762"/>
          </a:xfrm>
        </p:spPr>
        <p:txBody>
          <a:bodyPr/>
          <a:lstStyle/>
          <a:p>
            <a:r>
              <a:rPr lang="en-IE" dirty="0"/>
              <a:t>New game by Studio Pete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33C55A-E7A3-4768-9BD9-E3486C7B9A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909" y="4378035"/>
            <a:ext cx="2840182" cy="2130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624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B8AC2-F69D-4270-9D58-9A5C21366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Elevator Pitch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AD7E7-8B57-411A-AE51-FA09BF018C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An Open-World Action-Adventure game set in the vast emptiness of space</a:t>
            </a:r>
            <a:br>
              <a:rPr lang="en-IE" dirty="0"/>
            </a:br>
            <a:endParaRPr lang="en-IE" dirty="0"/>
          </a:p>
          <a:p>
            <a:r>
              <a:rPr lang="en-IE" dirty="0"/>
              <a:t>Go through missions assassinating space templars</a:t>
            </a:r>
            <a:br>
              <a:rPr lang="en-IE" dirty="0"/>
            </a:br>
            <a:endParaRPr lang="en-IE" dirty="0"/>
          </a:p>
          <a:p>
            <a:r>
              <a:rPr lang="en-IE" dirty="0"/>
              <a:t>Unlock new weapons</a:t>
            </a:r>
            <a:br>
              <a:rPr lang="en-IE" dirty="0"/>
            </a:br>
            <a:endParaRPr lang="en-IE" dirty="0"/>
          </a:p>
          <a:p>
            <a:r>
              <a:rPr lang="en-IE" dirty="0"/>
              <a:t>Explore new areas of the cosmos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398F2C-8089-4B36-8466-8A370BD233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1164" y="4001294"/>
            <a:ext cx="4425244" cy="248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068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C293D-AF38-4833-8B4E-B9347CA5C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World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5F1D3-C410-4055-95F1-9B2184F22E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Set in space</a:t>
            </a:r>
          </a:p>
          <a:p>
            <a:endParaRPr lang="en-IE" dirty="0"/>
          </a:p>
          <a:p>
            <a:r>
              <a:rPr lang="en-IE" dirty="0"/>
              <a:t>Based off jumping between planets, avoid trouble</a:t>
            </a:r>
            <a:br>
              <a:rPr lang="en-IE" dirty="0"/>
            </a:br>
            <a:endParaRPr lang="en-IE" dirty="0"/>
          </a:p>
          <a:p>
            <a:r>
              <a:rPr lang="en-IE" dirty="0"/>
              <a:t>Hide behind asteroids, on planets, use weapons</a:t>
            </a:r>
            <a:br>
              <a:rPr lang="en-IE" dirty="0"/>
            </a:br>
            <a:endParaRPr lang="en-IE" dirty="0"/>
          </a:p>
          <a:p>
            <a:r>
              <a:rPr lang="en-IE" dirty="0"/>
              <a:t>Sci-Fi world – mercenary – steal space Apple of Eden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4C2BC0-FE44-45FF-9306-3377FA30E6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9855" y="249383"/>
            <a:ext cx="4119418" cy="2317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716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E5754-1474-41AB-9F1F-10B418099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Core Pillars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C2E20-E0E5-41B1-8A82-03C0CA3B3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86784" y="1856231"/>
            <a:ext cx="7367016" cy="4320731"/>
          </a:xfrm>
        </p:spPr>
        <p:txBody>
          <a:bodyPr/>
          <a:lstStyle/>
          <a:p>
            <a:r>
              <a:rPr lang="en-IE" dirty="0">
                <a:solidFill>
                  <a:schemeClr val="tx1"/>
                </a:solidFill>
              </a:rPr>
              <a:t>Stealth</a:t>
            </a:r>
          </a:p>
          <a:p>
            <a:r>
              <a:rPr lang="en-IE" dirty="0">
                <a:solidFill>
                  <a:schemeClr val="tx1"/>
                </a:solidFill>
              </a:rPr>
              <a:t>Open World</a:t>
            </a:r>
          </a:p>
          <a:p>
            <a:r>
              <a:rPr lang="en-IE" dirty="0">
                <a:solidFill>
                  <a:schemeClr val="tx1"/>
                </a:solidFill>
              </a:rPr>
              <a:t>Real time combat with counters and parries</a:t>
            </a:r>
          </a:p>
          <a:p>
            <a:r>
              <a:rPr lang="en-IE" dirty="0">
                <a:solidFill>
                  <a:schemeClr val="tx1"/>
                </a:solidFill>
              </a:rPr>
              <a:t>Parkour</a:t>
            </a:r>
          </a:p>
        </p:txBody>
      </p:sp>
      <p:pic>
        <p:nvPicPr>
          <p:cNvPr id="1026" name="Picture 2" descr="Pin by Andrew DeYoung on geek &amp;amp; games | Assassins creed black flag,  Assassins creed syndicate, Concept art world">
            <a:extLst>
              <a:ext uri="{FF2B5EF4-FFF2-40B4-BE49-F238E27FC236}">
                <a16:creationId xmlns:a16="http://schemas.microsoft.com/office/drawing/2014/main" id="{E95DD034-2D9C-483B-BC18-EB0704C742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873" y="1856231"/>
            <a:ext cx="3501009" cy="4937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5683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6C25E-7846-4B8C-8EFB-F47AF1BDB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Gameplay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94F2A-25AC-4DF4-8E93-352E49645B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overall gameplay loop would have players fly around on the "hidden jetpack" to stealth around</a:t>
            </a:r>
          </a:p>
          <a:p>
            <a:r>
              <a:rPr lang="en-US" dirty="0"/>
              <a:t>open space where you assassinate the space templars </a:t>
            </a:r>
          </a:p>
          <a:p>
            <a:r>
              <a:rPr lang="en-US" dirty="0"/>
              <a:t>variety of new and old weapons “All laser based”</a:t>
            </a:r>
          </a:p>
        </p:txBody>
      </p:sp>
    </p:spTree>
    <p:extLst>
      <p:ext uri="{BB962C8B-B14F-4D97-AF65-F5344CB8AC3E}">
        <p14:creationId xmlns:p14="http://schemas.microsoft.com/office/powerpoint/2010/main" val="1699775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EA74D-49E5-450F-BE8B-9DC430090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Feature 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DA31D-3528-41B7-A16E-B65F9CC09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assassinate alien templars! </a:t>
            </a:r>
          </a:p>
          <a:p>
            <a:r>
              <a:rPr lang="en-US" dirty="0"/>
              <a:t>Restore peace to the galaxy with the space Apple of Eden! </a:t>
            </a:r>
          </a:p>
          <a:p>
            <a:r>
              <a:rPr lang="en-US" dirty="0"/>
              <a:t>Swoon the alien babes and win!</a:t>
            </a:r>
            <a:endParaRPr lang="en-I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91C263-8609-449A-BFFA-1C57A6735F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3319" y="3429000"/>
            <a:ext cx="3650807" cy="29230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A2D2F4-24A2-4360-B94C-255AB32103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5659" y="4174236"/>
            <a:ext cx="1984248" cy="201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920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9D091-AD20-4DF5-B98C-129C6A6FB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Market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4DCC8-885C-4FA2-A2CD-659050D381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Young adults ideal customers</a:t>
            </a:r>
          </a:p>
          <a:p>
            <a:r>
              <a:rPr lang="en-US" dirty="0"/>
              <a:t>300 million dollars in expected sales</a:t>
            </a:r>
          </a:p>
          <a:p>
            <a:r>
              <a:rPr lang="en-US" dirty="0"/>
              <a:t>Assassin's Creed and Outer Wilds are similar to our game</a:t>
            </a:r>
            <a:endParaRPr lang="en-I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90F90C-CCB2-4AB6-8104-A1BE5F45EB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2252" y="2455332"/>
            <a:ext cx="3429000" cy="3429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A8688C-BC46-42E2-ADAC-3276DC1969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5818" y="3822192"/>
            <a:ext cx="4157433" cy="277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627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1_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</Words>
  <Application>Microsoft Office PowerPoint</Application>
  <PresentationFormat>Widescreen</PresentationFormat>
  <Paragraphs>30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Century Gothic</vt:lpstr>
      <vt:lpstr>Wingdings 3</vt:lpstr>
      <vt:lpstr>Ion Boardroom</vt:lpstr>
      <vt:lpstr>1_Ion Boardroom</vt:lpstr>
      <vt:lpstr>Assassin’s Creed A Space Odyssey</vt:lpstr>
      <vt:lpstr>Elevator Pitch</vt:lpstr>
      <vt:lpstr>World Background</vt:lpstr>
      <vt:lpstr>Core Pillars</vt:lpstr>
      <vt:lpstr>Gameplay description</vt:lpstr>
      <vt:lpstr>Feature points</vt:lpstr>
      <vt:lpstr>Market Analysis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Assassin’s Creed A Space Odyssey</dc:title>
  <dc:creator>(Student) - Michal Rapciak</dc:creator>
  <cp:lastModifiedBy>(Student) - Michal Rapciak</cp:lastModifiedBy>
  <cp:revision>1</cp:revision>
  <dcterms:created xsi:type="dcterms:W3CDTF">2021-11-19T13:53:30Z</dcterms:created>
  <dcterms:modified xsi:type="dcterms:W3CDTF">2021-11-19T13:54:10Z</dcterms:modified>
</cp:coreProperties>
</file>